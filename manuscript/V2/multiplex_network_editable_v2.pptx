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3434"/>
    <a:srgbClr val="69B66D"/>
    <a:srgbClr val="F0A64A"/>
    <a:srgbClr val="6FA5E5"/>
    <a:srgbClr val="DDECFB"/>
    <a:srgbClr val="DFF2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7" name="组合 196"/>
          <p:cNvGrpSpPr/>
          <p:nvPr/>
        </p:nvGrpSpPr>
        <p:grpSpPr>
          <a:xfrm>
            <a:off x="646430" y="873633"/>
            <a:ext cx="10325735" cy="4640580"/>
            <a:chOff x="1018" y="1376"/>
            <a:chExt cx="16261" cy="7308"/>
          </a:xfrm>
        </p:grpSpPr>
        <p:sp>
          <p:nvSpPr>
            <p:cNvPr id="4" name="Shape 2"/>
            <p:cNvSpPr/>
            <p:nvPr/>
          </p:nvSpPr>
          <p:spPr>
            <a:xfrm>
              <a:off x="1018" y="6452"/>
              <a:ext cx="5112" cy="2232"/>
            </a:xfrm>
            <a:prstGeom prst="parallelogram">
              <a:avLst/>
            </a:prstGeom>
            <a:solidFill>
              <a:srgbClr val="FCE9CC">
                <a:alpha val="50000"/>
              </a:srgbClr>
            </a:solidFill>
            <a:ln w="15240">
              <a:solidFill>
                <a:srgbClr val="F0A64A"/>
              </a:solidFill>
              <a:prstDash val="solid"/>
            </a:ln>
          </p:spPr>
        </p:sp>
        <p:sp>
          <p:nvSpPr>
            <p:cNvPr id="11" name="Shape 9"/>
            <p:cNvSpPr/>
            <p:nvPr/>
          </p:nvSpPr>
          <p:spPr>
            <a:xfrm>
              <a:off x="1932" y="7107"/>
              <a:ext cx="346" cy="346"/>
            </a:xfrm>
            <a:prstGeom prst="ellipse">
              <a:avLst/>
            </a:prstGeom>
            <a:solidFill>
              <a:srgbClr val="F0A64A"/>
            </a:solidFill>
            <a:ln w="11430">
              <a:solidFill>
                <a:schemeClr val="tx1">
                  <a:lumMod val="85000"/>
                  <a:lumOff val="15000"/>
                </a:schemeClr>
              </a:solidFill>
              <a:prstDash val="solid"/>
            </a:ln>
          </p:spPr>
        </p:sp>
        <p:sp>
          <p:nvSpPr>
            <p:cNvPr id="12" name="Shape 10"/>
            <p:cNvSpPr/>
            <p:nvPr/>
          </p:nvSpPr>
          <p:spPr>
            <a:xfrm>
              <a:off x="2969" y="6718"/>
              <a:ext cx="346" cy="346"/>
            </a:xfrm>
            <a:prstGeom prst="ellipse">
              <a:avLst/>
            </a:prstGeom>
            <a:solidFill>
              <a:srgbClr val="F0A64A"/>
            </a:solidFill>
            <a:ln w="11430">
              <a:solidFill>
                <a:schemeClr val="tx1">
                  <a:lumMod val="85000"/>
                  <a:lumOff val="15000"/>
                </a:schemeClr>
              </a:solidFill>
              <a:prstDash val="solid"/>
            </a:ln>
          </p:spPr>
        </p:sp>
        <p:sp>
          <p:nvSpPr>
            <p:cNvPr id="13" name="Shape 11"/>
            <p:cNvSpPr/>
            <p:nvPr/>
          </p:nvSpPr>
          <p:spPr>
            <a:xfrm>
              <a:off x="2019" y="7942"/>
              <a:ext cx="346" cy="346"/>
            </a:xfrm>
            <a:prstGeom prst="ellipse">
              <a:avLst/>
            </a:prstGeom>
            <a:solidFill>
              <a:srgbClr val="F0A64A"/>
            </a:solidFill>
            <a:ln w="11430">
              <a:solidFill>
                <a:schemeClr val="tx1">
                  <a:lumMod val="85000"/>
                  <a:lumOff val="15000"/>
                </a:schemeClr>
              </a:solidFill>
              <a:prstDash val="solid"/>
            </a:ln>
          </p:spPr>
        </p:sp>
        <p:sp>
          <p:nvSpPr>
            <p:cNvPr id="14" name="Shape 12"/>
            <p:cNvSpPr/>
            <p:nvPr/>
          </p:nvSpPr>
          <p:spPr>
            <a:xfrm>
              <a:off x="3372" y="8057"/>
              <a:ext cx="346" cy="346"/>
            </a:xfrm>
            <a:prstGeom prst="ellipse">
              <a:avLst/>
            </a:prstGeom>
            <a:solidFill>
              <a:schemeClr val="bg1"/>
            </a:solidFill>
            <a:ln w="22225">
              <a:solidFill>
                <a:srgbClr val="D93434"/>
              </a:solidFill>
              <a:prstDash val="solid"/>
            </a:ln>
          </p:spPr>
        </p:sp>
        <p:sp>
          <p:nvSpPr>
            <p:cNvPr id="15" name="Shape 13"/>
            <p:cNvSpPr/>
            <p:nvPr/>
          </p:nvSpPr>
          <p:spPr>
            <a:xfrm>
              <a:off x="4596" y="7366"/>
              <a:ext cx="346" cy="346"/>
            </a:xfrm>
            <a:prstGeom prst="ellipse">
              <a:avLst/>
            </a:prstGeom>
            <a:solidFill>
              <a:srgbClr val="F0A64A"/>
            </a:solidFill>
            <a:ln w="11430">
              <a:solidFill>
                <a:schemeClr val="tx1">
                  <a:lumMod val="85000"/>
                  <a:lumOff val="15000"/>
                </a:schemeClr>
              </a:solidFill>
              <a:prstDash val="solid"/>
            </a:ln>
          </p:spPr>
        </p:sp>
        <p:sp>
          <p:nvSpPr>
            <p:cNvPr id="84" name="Text 82"/>
            <p:cNvSpPr/>
            <p:nvPr/>
          </p:nvSpPr>
          <p:spPr>
            <a:xfrm>
              <a:off x="2898" y="8288"/>
              <a:ext cx="770" cy="34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i="1" dirty="0">
                  <a:solidFill>
                    <a:srgbClr val="20242B"/>
                  </a:solidFill>
                  <a:latin typeface="Times New Roman" panose="02020503050405090304" charset="0"/>
                  <a:ea typeface="Arial" panose="020B0604020202090204" pitchFamily="34" charset="-122"/>
                  <a:cs typeface="Times New Roman" panose="02020503050405090304" charset="0"/>
                </a:rPr>
                <a:t>i</a:t>
              </a:r>
              <a:r>
                <a:rPr lang="en-US" sz="2000" dirty="0">
                  <a:solidFill>
                    <a:srgbClr val="20242B"/>
                  </a:solidFill>
                  <a:latin typeface="Times New Roman" panose="02020503050405090304" charset="0"/>
                  <a:ea typeface="Arial" panose="020B0604020202090204" pitchFamily="34" charset="-122"/>
                  <a:cs typeface="Times New Roman" panose="02020503050405090304" charset="0"/>
                </a:rPr>
                <a:t>⁽</a:t>
              </a:r>
              <a:r>
                <a:rPr lang="en-US" sz="2000" baseline="30000" dirty="0">
                  <a:solidFill>
                    <a:srgbClr val="20242B"/>
                  </a:solidFill>
                  <a:latin typeface="Times New Roman" panose="02020503050405090304" charset="0"/>
                  <a:ea typeface="Arial" panose="020B0604020202090204" pitchFamily="34" charset="-122"/>
                  <a:cs typeface="Times New Roman" panose="02020503050405090304" charset="0"/>
                </a:rPr>
                <a:t>3</a:t>
              </a:r>
              <a:r>
                <a:rPr lang="en-US" sz="2000" dirty="0">
                  <a:solidFill>
                    <a:srgbClr val="20242B"/>
                  </a:solidFill>
                  <a:latin typeface="Times New Roman" panose="02020503050405090304" charset="0"/>
                  <a:ea typeface="Arial" panose="020B0604020202090204" pitchFamily="34" charset="-122"/>
                  <a:cs typeface="Times New Roman" panose="02020503050405090304" charset="0"/>
                </a:rPr>
                <a:t>⁾</a:t>
              </a:r>
              <a:endParaRPr lang="en-US" sz="2000" dirty="0">
                <a:latin typeface="Times New Roman" panose="02020503050405090304" charset="0"/>
                <a:cs typeface="Times New Roman" panose="02020503050405090304" charset="0"/>
              </a:endParaRPr>
            </a:p>
          </p:txBody>
        </p:sp>
        <p:sp>
          <p:nvSpPr>
            <p:cNvPr id="89" name="Text 87"/>
            <p:cNvSpPr/>
            <p:nvPr/>
          </p:nvSpPr>
          <p:spPr>
            <a:xfrm>
              <a:off x="4647" y="5192"/>
              <a:ext cx="360" cy="36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i="1" dirty="0">
                  <a:solidFill>
                    <a:srgbClr val="D93434"/>
                  </a:solidFill>
                  <a:latin typeface="Cambria Math" pitchFamily="34" charset="0"/>
                  <a:ea typeface="Cambria Math" pitchFamily="34" charset="-122"/>
                  <a:cs typeface="Cambria Math" pitchFamily="34" charset="-120"/>
                </a:rPr>
                <a:t>β</a:t>
              </a:r>
              <a:endParaRPr lang="en-US" sz="2000" i="1" dirty="0">
                <a:solidFill>
                  <a:srgbClr val="D93434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endParaRPr>
            </a:p>
          </p:txBody>
        </p:sp>
        <p:cxnSp>
          <p:nvCxnSpPr>
            <p:cNvPr id="103" name="直接连接符 102"/>
            <p:cNvCxnSpPr>
              <a:stCxn id="133" idx="2"/>
              <a:endCxn id="14" idx="6"/>
            </p:cNvCxnSpPr>
            <p:nvPr/>
          </p:nvCxnSpPr>
          <p:spPr>
            <a:xfrm flipH="1">
              <a:off x="3718" y="6264"/>
              <a:ext cx="5907" cy="1966"/>
            </a:xfrm>
            <a:prstGeom prst="line">
              <a:avLst/>
            </a:prstGeom>
            <a:ln w="19050" cap="flat" cmpd="sng">
              <a:solidFill>
                <a:srgbClr val="D93434"/>
              </a:solidFill>
              <a:prstDash val="lgDash"/>
              <a:miter lim="800000"/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37" name="直接连接符 136"/>
            <p:cNvCxnSpPr>
              <a:stCxn id="11" idx="5"/>
              <a:endCxn id="15" idx="2"/>
            </p:cNvCxnSpPr>
            <p:nvPr/>
          </p:nvCxnSpPr>
          <p:spPr>
            <a:xfrm>
              <a:off x="2228" y="7402"/>
              <a:ext cx="2368" cy="137"/>
            </a:xfrm>
            <a:prstGeom prst="line">
              <a:avLst/>
            </a:prstGeom>
            <a:ln w="15875" cap="flat" cmpd="sng">
              <a:solidFill>
                <a:schemeClr val="tx1"/>
              </a:solidFill>
              <a:prstDash val="solid"/>
              <a:miter lim="800000"/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48" name="直接连接符 147"/>
            <p:cNvCxnSpPr>
              <a:stCxn id="13" idx="6"/>
              <a:endCxn id="14" idx="2"/>
            </p:cNvCxnSpPr>
            <p:nvPr/>
          </p:nvCxnSpPr>
          <p:spPr>
            <a:xfrm>
              <a:off x="2365" y="8115"/>
              <a:ext cx="1007" cy="115"/>
            </a:xfrm>
            <a:prstGeom prst="line">
              <a:avLst/>
            </a:prstGeom>
            <a:ln w="15875" cap="flat" cmpd="sng">
              <a:solidFill>
                <a:schemeClr val="tx1"/>
              </a:solidFill>
              <a:prstDash val="solid"/>
              <a:miter lim="800000"/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49" name="直接连接符 148"/>
            <p:cNvCxnSpPr/>
            <p:nvPr/>
          </p:nvCxnSpPr>
          <p:spPr>
            <a:xfrm flipV="1">
              <a:off x="2228" y="6891"/>
              <a:ext cx="741" cy="267"/>
            </a:xfrm>
            <a:prstGeom prst="line">
              <a:avLst/>
            </a:prstGeom>
            <a:ln w="15875" cap="flat" cmpd="sng">
              <a:solidFill>
                <a:schemeClr val="tx1"/>
              </a:solidFill>
              <a:prstDash val="solid"/>
              <a:miter lim="800000"/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50" name="直接连接符 149"/>
            <p:cNvCxnSpPr/>
            <p:nvPr/>
          </p:nvCxnSpPr>
          <p:spPr>
            <a:xfrm flipV="1">
              <a:off x="3668" y="7662"/>
              <a:ext cx="979" cy="446"/>
            </a:xfrm>
            <a:prstGeom prst="line">
              <a:avLst/>
            </a:prstGeom>
            <a:ln w="15875" cap="flat" cmpd="sng">
              <a:solidFill>
                <a:schemeClr val="tx1"/>
              </a:solidFill>
              <a:prstDash val="solid"/>
              <a:miter lim="800000"/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51" name="直接连接符 150"/>
            <p:cNvCxnSpPr>
              <a:stCxn id="12" idx="6"/>
              <a:endCxn id="15" idx="1"/>
            </p:cNvCxnSpPr>
            <p:nvPr/>
          </p:nvCxnSpPr>
          <p:spPr>
            <a:xfrm>
              <a:off x="3315" y="6891"/>
              <a:ext cx="1332" cy="526"/>
            </a:xfrm>
            <a:prstGeom prst="line">
              <a:avLst/>
            </a:prstGeom>
            <a:ln w="15875" cap="flat" cmpd="sng">
              <a:solidFill>
                <a:schemeClr val="tx1"/>
              </a:solidFill>
              <a:prstDash val="solid"/>
              <a:miter lim="800000"/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60" name="直接连接符 159"/>
            <p:cNvCxnSpPr>
              <a:stCxn id="12" idx="7"/>
              <a:endCxn id="131" idx="2"/>
            </p:cNvCxnSpPr>
            <p:nvPr/>
          </p:nvCxnSpPr>
          <p:spPr>
            <a:xfrm flipV="1">
              <a:off x="3265" y="4925"/>
              <a:ext cx="5957" cy="1844"/>
            </a:xfrm>
            <a:prstGeom prst="line">
              <a:avLst/>
            </a:prstGeom>
            <a:ln w="15875" cap="flat" cmpd="sng">
              <a:solidFill>
                <a:schemeClr val="bg1">
                  <a:lumMod val="50000"/>
                </a:schemeClr>
              </a:solidFill>
              <a:prstDash val="dash"/>
              <a:miter lim="800000"/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61" name="直接连接符 160"/>
            <p:cNvCxnSpPr>
              <a:stCxn id="11" idx="6"/>
              <a:endCxn id="130" idx="4"/>
            </p:cNvCxnSpPr>
            <p:nvPr/>
          </p:nvCxnSpPr>
          <p:spPr>
            <a:xfrm flipV="1">
              <a:off x="2278" y="5487"/>
              <a:ext cx="6080" cy="1793"/>
            </a:xfrm>
            <a:prstGeom prst="line">
              <a:avLst/>
            </a:prstGeom>
            <a:ln w="15875" cap="flat" cmpd="sng">
              <a:solidFill>
                <a:schemeClr val="bg1">
                  <a:lumMod val="50000"/>
                </a:schemeClr>
              </a:solidFill>
              <a:prstDash val="dash"/>
              <a:miter lim="800000"/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62" name="直接连接符 161"/>
            <p:cNvCxnSpPr/>
            <p:nvPr/>
          </p:nvCxnSpPr>
          <p:spPr>
            <a:xfrm flipV="1">
              <a:off x="2365" y="6264"/>
              <a:ext cx="5907" cy="1729"/>
            </a:xfrm>
            <a:prstGeom prst="line">
              <a:avLst/>
            </a:prstGeom>
            <a:ln w="15875" cap="flat" cmpd="sng">
              <a:solidFill>
                <a:schemeClr val="bg1">
                  <a:lumMod val="50000"/>
                </a:schemeClr>
              </a:solidFill>
              <a:prstDash val="dash"/>
              <a:miter lim="800000"/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64" name="直接连接符 163"/>
            <p:cNvCxnSpPr>
              <a:stCxn id="15" idx="7"/>
              <a:endCxn id="134" idx="2"/>
            </p:cNvCxnSpPr>
            <p:nvPr/>
          </p:nvCxnSpPr>
          <p:spPr>
            <a:xfrm flipV="1">
              <a:off x="4892" y="5573"/>
              <a:ext cx="5957" cy="1844"/>
            </a:xfrm>
            <a:prstGeom prst="line">
              <a:avLst/>
            </a:prstGeom>
            <a:ln w="15875" cap="flat" cmpd="sng">
              <a:solidFill>
                <a:schemeClr val="bg1">
                  <a:lumMod val="50000"/>
                </a:schemeClr>
              </a:solidFill>
              <a:prstDash val="dash"/>
              <a:miter lim="800000"/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67" name="Text 14"/>
            <p:cNvSpPr/>
            <p:nvPr/>
          </p:nvSpPr>
          <p:spPr>
            <a:xfrm>
              <a:off x="4568" y="8057"/>
              <a:ext cx="908" cy="43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i="1" dirty="0">
                  <a:solidFill>
                    <a:srgbClr val="20242B"/>
                  </a:solidFill>
                  <a:latin typeface="Times New Roman" panose="02020503050405090304" charset="0"/>
                  <a:ea typeface="Arial" panose="020B0604020202090204" pitchFamily="34" charset="-122"/>
                  <a:cs typeface="Times New Roman" panose="02020503050405090304" charset="0"/>
                </a:rPr>
                <a:t>k</a:t>
              </a:r>
              <a:r>
                <a:rPr lang="en-US" sz="2000" dirty="0">
                  <a:solidFill>
                    <a:srgbClr val="20242B"/>
                  </a:solidFill>
                  <a:latin typeface="Times New Roman" panose="02020503050405090304" charset="0"/>
                  <a:ea typeface="Arial" panose="020B0604020202090204" pitchFamily="34" charset="-122"/>
                  <a:cs typeface="Times New Roman" panose="02020503050405090304" charset="0"/>
                </a:rPr>
                <a:t> = 3</a:t>
              </a:r>
              <a:endParaRPr lang="en-US" sz="2000" dirty="0">
                <a:solidFill>
                  <a:srgbClr val="20242B"/>
                </a:solidFill>
                <a:latin typeface="Times New Roman" panose="02020503050405090304" charset="0"/>
                <a:ea typeface="Arial" panose="020B0604020202090204" pitchFamily="34" charset="-122"/>
                <a:cs typeface="Times New Roman" panose="02020503050405090304" charset="0"/>
              </a:endParaRPr>
            </a:p>
          </p:txBody>
        </p:sp>
        <p:sp>
          <p:nvSpPr>
            <p:cNvPr id="170" name="Text 87"/>
            <p:cNvSpPr/>
            <p:nvPr/>
          </p:nvSpPr>
          <p:spPr>
            <a:xfrm>
              <a:off x="7175" y="3817"/>
              <a:ext cx="360" cy="36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i="1" dirty="0">
                  <a:solidFill>
                    <a:srgbClr val="D93434"/>
                  </a:solidFill>
                  <a:latin typeface="Cambria Math" pitchFamily="34" charset="0"/>
                  <a:ea typeface="Cambria Math" pitchFamily="34" charset="-122"/>
                  <a:cs typeface="Cambria Math" pitchFamily="34" charset="-120"/>
                </a:rPr>
                <a:t>β</a:t>
              </a:r>
              <a:endParaRPr lang="en-US" sz="2000" i="1" dirty="0">
                <a:solidFill>
                  <a:srgbClr val="D93434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endParaRPr>
            </a:p>
          </p:txBody>
        </p:sp>
        <p:sp>
          <p:nvSpPr>
            <p:cNvPr id="171" name="Text 87"/>
            <p:cNvSpPr/>
            <p:nvPr/>
          </p:nvSpPr>
          <p:spPr>
            <a:xfrm>
              <a:off x="6912" y="7352"/>
              <a:ext cx="360" cy="36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i="1" dirty="0">
                  <a:solidFill>
                    <a:srgbClr val="D93434"/>
                  </a:solidFill>
                  <a:latin typeface="Cambria Math" pitchFamily="34" charset="0"/>
                  <a:ea typeface="Cambria Math" pitchFamily="34" charset="-122"/>
                  <a:cs typeface="Cambria Math" pitchFamily="34" charset="-120"/>
                </a:rPr>
                <a:t>β</a:t>
              </a:r>
              <a:endParaRPr lang="en-US" sz="2000" i="1" dirty="0">
                <a:solidFill>
                  <a:srgbClr val="D93434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endParaRPr>
            </a:p>
          </p:txBody>
        </p:sp>
        <p:sp>
          <p:nvSpPr>
            <p:cNvPr id="129" name="Shape 2"/>
            <p:cNvSpPr/>
            <p:nvPr/>
          </p:nvSpPr>
          <p:spPr>
            <a:xfrm>
              <a:off x="7271" y="4486"/>
              <a:ext cx="5112" cy="2232"/>
            </a:xfrm>
            <a:prstGeom prst="parallelogram">
              <a:avLst/>
            </a:prstGeom>
            <a:solidFill>
              <a:srgbClr val="DFF2DE">
                <a:alpha val="50000"/>
              </a:srgbClr>
            </a:solidFill>
            <a:ln w="15240">
              <a:solidFill>
                <a:srgbClr val="69B66D"/>
              </a:solidFill>
              <a:prstDash val="solid"/>
            </a:ln>
          </p:spPr>
        </p:sp>
        <p:sp>
          <p:nvSpPr>
            <p:cNvPr id="130" name="Shape 9"/>
            <p:cNvSpPr/>
            <p:nvPr/>
          </p:nvSpPr>
          <p:spPr>
            <a:xfrm>
              <a:off x="8185" y="5141"/>
              <a:ext cx="346" cy="346"/>
            </a:xfrm>
            <a:prstGeom prst="ellipse">
              <a:avLst/>
            </a:prstGeom>
            <a:solidFill>
              <a:srgbClr val="69B66D"/>
            </a:solidFill>
            <a:ln w="11430">
              <a:solidFill>
                <a:schemeClr val="tx1">
                  <a:lumMod val="85000"/>
                  <a:lumOff val="15000"/>
                </a:schemeClr>
              </a:solidFill>
              <a:prstDash val="solid"/>
            </a:ln>
          </p:spPr>
        </p:sp>
        <p:sp>
          <p:nvSpPr>
            <p:cNvPr id="131" name="Shape 10"/>
            <p:cNvSpPr/>
            <p:nvPr/>
          </p:nvSpPr>
          <p:spPr>
            <a:xfrm>
              <a:off x="9222" y="4752"/>
              <a:ext cx="346" cy="346"/>
            </a:xfrm>
            <a:prstGeom prst="ellipse">
              <a:avLst/>
            </a:prstGeom>
            <a:solidFill>
              <a:srgbClr val="69B66D"/>
            </a:solidFill>
            <a:ln w="11430">
              <a:solidFill>
                <a:schemeClr val="tx1">
                  <a:lumMod val="85000"/>
                  <a:lumOff val="15000"/>
                </a:schemeClr>
              </a:solidFill>
              <a:prstDash val="solid"/>
            </a:ln>
          </p:spPr>
        </p:sp>
        <p:sp>
          <p:nvSpPr>
            <p:cNvPr id="132" name="Shape 11"/>
            <p:cNvSpPr/>
            <p:nvPr/>
          </p:nvSpPr>
          <p:spPr>
            <a:xfrm>
              <a:off x="8272" y="5976"/>
              <a:ext cx="346" cy="346"/>
            </a:xfrm>
            <a:prstGeom prst="ellipse">
              <a:avLst/>
            </a:prstGeom>
            <a:solidFill>
              <a:srgbClr val="69B66D"/>
            </a:solidFill>
            <a:ln w="11430">
              <a:solidFill>
                <a:schemeClr val="tx1">
                  <a:lumMod val="85000"/>
                  <a:lumOff val="15000"/>
                </a:schemeClr>
              </a:solidFill>
              <a:prstDash val="solid"/>
            </a:ln>
          </p:spPr>
        </p:sp>
        <p:sp>
          <p:nvSpPr>
            <p:cNvPr id="133" name="Shape 12"/>
            <p:cNvSpPr/>
            <p:nvPr/>
          </p:nvSpPr>
          <p:spPr>
            <a:xfrm>
              <a:off x="9625" y="6091"/>
              <a:ext cx="346" cy="346"/>
            </a:xfrm>
            <a:prstGeom prst="ellipse">
              <a:avLst/>
            </a:prstGeom>
            <a:solidFill>
              <a:schemeClr val="bg1"/>
            </a:solidFill>
            <a:ln w="22225">
              <a:solidFill>
                <a:srgbClr val="D93434"/>
              </a:solidFill>
              <a:prstDash val="solid"/>
            </a:ln>
          </p:spPr>
        </p:sp>
        <p:sp>
          <p:nvSpPr>
            <p:cNvPr id="134" name="Shape 13"/>
            <p:cNvSpPr/>
            <p:nvPr/>
          </p:nvSpPr>
          <p:spPr>
            <a:xfrm>
              <a:off x="10849" y="5400"/>
              <a:ext cx="346" cy="346"/>
            </a:xfrm>
            <a:prstGeom prst="ellipse">
              <a:avLst/>
            </a:prstGeom>
            <a:solidFill>
              <a:srgbClr val="69B66D"/>
            </a:solidFill>
            <a:ln w="11430">
              <a:solidFill>
                <a:schemeClr val="tx1">
                  <a:lumMod val="85000"/>
                  <a:lumOff val="15000"/>
                </a:schemeClr>
              </a:solidFill>
              <a:prstDash val="solid"/>
            </a:ln>
          </p:spPr>
        </p:sp>
        <p:cxnSp>
          <p:nvCxnSpPr>
            <p:cNvPr id="143" name="直接连接符 142"/>
            <p:cNvCxnSpPr/>
            <p:nvPr/>
          </p:nvCxnSpPr>
          <p:spPr>
            <a:xfrm flipH="1" flipV="1">
              <a:off x="9568" y="4961"/>
              <a:ext cx="1332" cy="490"/>
            </a:xfrm>
            <a:prstGeom prst="line">
              <a:avLst/>
            </a:prstGeom>
            <a:ln w="15875" cap="flat" cmpd="sng">
              <a:solidFill>
                <a:schemeClr val="tx1"/>
              </a:solidFill>
              <a:prstDash val="solid"/>
              <a:miter lim="800000"/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44" name="直接连接符 143"/>
            <p:cNvCxnSpPr/>
            <p:nvPr/>
          </p:nvCxnSpPr>
          <p:spPr>
            <a:xfrm flipV="1">
              <a:off x="8567" y="5048"/>
              <a:ext cx="706" cy="979"/>
            </a:xfrm>
            <a:prstGeom prst="line">
              <a:avLst/>
            </a:prstGeom>
            <a:ln w="15875" cap="flat" cmpd="sng">
              <a:solidFill>
                <a:schemeClr val="tx1"/>
              </a:solidFill>
              <a:prstDash val="solid"/>
              <a:miter lim="800000"/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45" name="直接连接符 144"/>
            <p:cNvCxnSpPr/>
            <p:nvPr/>
          </p:nvCxnSpPr>
          <p:spPr>
            <a:xfrm flipV="1">
              <a:off x="8481" y="4925"/>
              <a:ext cx="741" cy="267"/>
            </a:xfrm>
            <a:prstGeom prst="line">
              <a:avLst/>
            </a:prstGeom>
            <a:ln w="15875" cap="flat" cmpd="sng">
              <a:solidFill>
                <a:schemeClr val="tx1"/>
              </a:solidFill>
              <a:prstDash val="solid"/>
              <a:miter lim="800000"/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46" name="直接连接符 145"/>
            <p:cNvCxnSpPr/>
            <p:nvPr/>
          </p:nvCxnSpPr>
          <p:spPr>
            <a:xfrm>
              <a:off x="8618" y="6149"/>
              <a:ext cx="1007" cy="115"/>
            </a:xfrm>
            <a:prstGeom prst="line">
              <a:avLst/>
            </a:prstGeom>
            <a:ln w="15875" cap="flat" cmpd="sng">
              <a:solidFill>
                <a:schemeClr val="tx1"/>
              </a:solidFill>
              <a:prstDash val="solid"/>
              <a:miter lim="800000"/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47" name="直接连接符 146"/>
            <p:cNvCxnSpPr>
              <a:stCxn id="133" idx="7"/>
              <a:endCxn id="134" idx="3"/>
            </p:cNvCxnSpPr>
            <p:nvPr/>
          </p:nvCxnSpPr>
          <p:spPr>
            <a:xfrm flipV="1">
              <a:off x="9921" y="5696"/>
              <a:ext cx="979" cy="446"/>
            </a:xfrm>
            <a:prstGeom prst="line">
              <a:avLst/>
            </a:prstGeom>
            <a:ln w="15875" cap="flat" cmpd="sng">
              <a:solidFill>
                <a:schemeClr val="tx1"/>
              </a:solidFill>
              <a:prstDash val="solid"/>
              <a:miter lim="800000"/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66" name="Text 14"/>
            <p:cNvSpPr/>
            <p:nvPr/>
          </p:nvSpPr>
          <p:spPr>
            <a:xfrm>
              <a:off x="11163" y="4666"/>
              <a:ext cx="908" cy="43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i="1" dirty="0">
                  <a:solidFill>
                    <a:srgbClr val="20242B"/>
                  </a:solidFill>
                  <a:latin typeface="Times New Roman" panose="02020503050405090304" charset="0"/>
                  <a:ea typeface="Arial" panose="020B0604020202090204" pitchFamily="34" charset="-122"/>
                  <a:cs typeface="Times New Roman" panose="02020503050405090304" charset="0"/>
                </a:rPr>
                <a:t>k</a:t>
              </a:r>
              <a:r>
                <a:rPr lang="en-US" sz="2000" dirty="0">
                  <a:solidFill>
                    <a:srgbClr val="20242B"/>
                  </a:solidFill>
                  <a:latin typeface="Times New Roman" panose="02020503050405090304" charset="0"/>
                  <a:ea typeface="Arial" panose="020B0604020202090204" pitchFamily="34" charset="-122"/>
                  <a:cs typeface="Times New Roman" panose="02020503050405090304" charset="0"/>
                </a:rPr>
                <a:t> = 2</a:t>
              </a:r>
              <a:endParaRPr lang="en-US" sz="2000" dirty="0">
                <a:solidFill>
                  <a:srgbClr val="20242B"/>
                </a:solidFill>
                <a:latin typeface="Times New Roman" panose="02020503050405090304" charset="0"/>
                <a:ea typeface="Arial" panose="020B0604020202090204" pitchFamily="34" charset="-122"/>
                <a:cs typeface="Times New Roman" panose="02020503050405090304" charset="0"/>
              </a:endParaRPr>
            </a:p>
          </p:txBody>
        </p:sp>
        <p:sp>
          <p:nvSpPr>
            <p:cNvPr id="168" name="Text 82"/>
            <p:cNvSpPr/>
            <p:nvPr/>
          </p:nvSpPr>
          <p:spPr>
            <a:xfrm>
              <a:off x="10061" y="6264"/>
              <a:ext cx="848" cy="34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i="1" dirty="0">
                  <a:solidFill>
                    <a:srgbClr val="20242B"/>
                  </a:solidFill>
                  <a:latin typeface="Times New Roman" panose="02020503050405090304" charset="0"/>
                  <a:ea typeface="Arial" panose="020B0604020202090204" pitchFamily="34" charset="-122"/>
                  <a:cs typeface="Times New Roman" panose="02020503050405090304" charset="0"/>
                </a:rPr>
                <a:t>i</a:t>
              </a:r>
              <a:r>
                <a:rPr lang="en-US" sz="2000" dirty="0">
                  <a:solidFill>
                    <a:srgbClr val="20242B"/>
                  </a:solidFill>
                  <a:latin typeface="Times New Roman" panose="02020503050405090304" charset="0"/>
                  <a:ea typeface="Arial" panose="020B0604020202090204" pitchFamily="34" charset="-122"/>
                  <a:cs typeface="Times New Roman" panose="02020503050405090304" charset="0"/>
                </a:rPr>
                <a:t>⁽</a:t>
              </a:r>
              <a:r>
                <a:rPr lang="en-US" sz="2000" baseline="30000" dirty="0">
                  <a:solidFill>
                    <a:srgbClr val="20242B"/>
                  </a:solidFill>
                  <a:latin typeface="Times New Roman" panose="02020503050405090304" charset="0"/>
                  <a:ea typeface="Arial" panose="020B0604020202090204" pitchFamily="34" charset="-122"/>
                  <a:cs typeface="Times New Roman" panose="02020503050405090304" charset="0"/>
                </a:rPr>
                <a:t>2</a:t>
              </a:r>
              <a:r>
                <a:rPr lang="en-US" sz="2000" dirty="0">
                  <a:solidFill>
                    <a:srgbClr val="20242B"/>
                  </a:solidFill>
                  <a:latin typeface="Times New Roman" panose="02020503050405090304" charset="0"/>
                  <a:ea typeface="Arial" panose="020B0604020202090204" pitchFamily="34" charset="-122"/>
                  <a:cs typeface="Times New Roman" panose="02020503050405090304" charset="0"/>
                </a:rPr>
                <a:t>⁾</a:t>
              </a:r>
              <a:endParaRPr lang="en-US" sz="2000" dirty="0">
                <a:solidFill>
                  <a:srgbClr val="20242B"/>
                </a:solidFill>
                <a:latin typeface="Times New Roman" panose="02020503050405090304" charset="0"/>
                <a:ea typeface="Arial" panose="020B0604020202090204" pitchFamily="34" charset="-122"/>
                <a:cs typeface="Times New Roman" panose="02020503050405090304" charset="0"/>
              </a:endParaRPr>
            </a:p>
          </p:txBody>
        </p:sp>
        <p:cxnSp>
          <p:nvCxnSpPr>
            <p:cNvPr id="104" name="直接连接符 103"/>
            <p:cNvCxnSpPr/>
            <p:nvPr/>
          </p:nvCxnSpPr>
          <p:spPr>
            <a:xfrm>
              <a:off x="5496" y="3154"/>
              <a:ext cx="4180" cy="2988"/>
            </a:xfrm>
            <a:prstGeom prst="line">
              <a:avLst/>
            </a:prstGeom>
            <a:ln w="19050" cap="flat" cmpd="sng">
              <a:solidFill>
                <a:srgbClr val="D93434"/>
              </a:solidFill>
              <a:prstDash val="lgDash"/>
              <a:miter lim="800000"/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56" name="直接连接符 155"/>
            <p:cNvCxnSpPr>
              <a:stCxn id="123" idx="5"/>
              <a:endCxn id="130" idx="2"/>
            </p:cNvCxnSpPr>
            <p:nvPr/>
          </p:nvCxnSpPr>
          <p:spPr>
            <a:xfrm>
              <a:off x="4006" y="2326"/>
              <a:ext cx="4179" cy="2988"/>
            </a:xfrm>
            <a:prstGeom prst="line">
              <a:avLst/>
            </a:prstGeom>
            <a:ln w="15875" cap="flat" cmpd="sng">
              <a:solidFill>
                <a:schemeClr val="bg1">
                  <a:lumMod val="50000"/>
                </a:schemeClr>
              </a:solidFill>
              <a:prstDash val="dash"/>
              <a:miter lim="800000"/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57" name="直接连接符 156"/>
            <p:cNvCxnSpPr/>
            <p:nvPr/>
          </p:nvCxnSpPr>
          <p:spPr>
            <a:xfrm>
              <a:off x="5043" y="1938"/>
              <a:ext cx="4230" cy="2865"/>
            </a:xfrm>
            <a:prstGeom prst="line">
              <a:avLst/>
            </a:prstGeom>
            <a:ln w="15875" cap="flat" cmpd="sng">
              <a:solidFill>
                <a:schemeClr val="bg1">
                  <a:lumMod val="50000"/>
                </a:schemeClr>
              </a:solidFill>
              <a:prstDash val="dash"/>
              <a:miter lim="800000"/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58" name="直接连接符 157"/>
            <p:cNvCxnSpPr/>
            <p:nvPr/>
          </p:nvCxnSpPr>
          <p:spPr>
            <a:xfrm>
              <a:off x="6720" y="2463"/>
              <a:ext cx="4302" cy="2937"/>
            </a:xfrm>
            <a:prstGeom prst="line">
              <a:avLst/>
            </a:prstGeom>
            <a:ln w="15875" cap="flat" cmpd="sng">
              <a:solidFill>
                <a:schemeClr val="bg1">
                  <a:lumMod val="50000"/>
                </a:schemeClr>
              </a:solidFill>
              <a:prstDash val="dash"/>
              <a:miter lim="800000"/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59" name="直接连接符 158"/>
            <p:cNvCxnSpPr>
              <a:stCxn id="125" idx="5"/>
              <a:endCxn id="132" idx="1"/>
            </p:cNvCxnSpPr>
            <p:nvPr/>
          </p:nvCxnSpPr>
          <p:spPr>
            <a:xfrm>
              <a:off x="4092" y="3162"/>
              <a:ext cx="4230" cy="2865"/>
            </a:xfrm>
            <a:prstGeom prst="line">
              <a:avLst/>
            </a:prstGeom>
            <a:ln w="15875" cap="flat" cmpd="sng">
              <a:solidFill>
                <a:schemeClr val="bg1">
                  <a:lumMod val="50000"/>
                </a:schemeClr>
              </a:solidFill>
              <a:prstDash val="dash"/>
              <a:miter lim="800000"/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36" name="直接连接符 135"/>
            <p:cNvCxnSpPr>
              <a:stCxn id="126" idx="3"/>
              <a:endCxn id="14" idx="0"/>
            </p:cNvCxnSpPr>
            <p:nvPr/>
          </p:nvCxnSpPr>
          <p:spPr>
            <a:xfrm flipH="1">
              <a:off x="3545" y="3277"/>
              <a:ext cx="1656" cy="4780"/>
            </a:xfrm>
            <a:prstGeom prst="line">
              <a:avLst/>
            </a:prstGeom>
            <a:ln w="19050" cap="flat" cmpd="sng">
              <a:solidFill>
                <a:srgbClr val="D93434"/>
              </a:solidFill>
              <a:prstDash val="lgDash"/>
              <a:miter lim="800000"/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52" name="直接连接符 151"/>
            <p:cNvCxnSpPr/>
            <p:nvPr/>
          </p:nvCxnSpPr>
          <p:spPr>
            <a:xfrm flipH="1">
              <a:off x="3142" y="1938"/>
              <a:ext cx="1656" cy="4780"/>
            </a:xfrm>
            <a:prstGeom prst="line">
              <a:avLst/>
            </a:prstGeom>
            <a:ln w="15875" cap="flat" cmpd="sng">
              <a:solidFill>
                <a:schemeClr val="bg1">
                  <a:lumMod val="50000"/>
                </a:schemeClr>
              </a:solidFill>
              <a:prstDash val="dash"/>
              <a:miter lim="800000"/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53" name="直接连接符 152"/>
            <p:cNvCxnSpPr>
              <a:stCxn id="123" idx="3"/>
              <a:endCxn id="11" idx="0"/>
            </p:cNvCxnSpPr>
            <p:nvPr/>
          </p:nvCxnSpPr>
          <p:spPr>
            <a:xfrm flipH="1">
              <a:off x="2105" y="2326"/>
              <a:ext cx="1656" cy="4781"/>
            </a:xfrm>
            <a:prstGeom prst="line">
              <a:avLst/>
            </a:prstGeom>
            <a:ln w="15875" cap="flat" cmpd="sng">
              <a:solidFill>
                <a:schemeClr val="bg1">
                  <a:lumMod val="50000"/>
                </a:schemeClr>
              </a:solidFill>
              <a:prstDash val="dash"/>
              <a:miter lim="800000"/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54" name="直接连接符 153"/>
            <p:cNvCxnSpPr/>
            <p:nvPr/>
          </p:nvCxnSpPr>
          <p:spPr>
            <a:xfrm flipH="1">
              <a:off x="2192" y="3162"/>
              <a:ext cx="1655" cy="4780"/>
            </a:xfrm>
            <a:prstGeom prst="line">
              <a:avLst/>
            </a:prstGeom>
            <a:ln w="15875" cap="flat" cmpd="sng">
              <a:solidFill>
                <a:schemeClr val="bg1">
                  <a:lumMod val="50000"/>
                </a:schemeClr>
              </a:solidFill>
              <a:prstDash val="dash"/>
              <a:miter lim="800000"/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55" name="直接连接符 154"/>
            <p:cNvCxnSpPr/>
            <p:nvPr/>
          </p:nvCxnSpPr>
          <p:spPr>
            <a:xfrm flipH="1">
              <a:off x="4892" y="2636"/>
              <a:ext cx="1655" cy="4781"/>
            </a:xfrm>
            <a:prstGeom prst="line">
              <a:avLst/>
            </a:prstGeom>
            <a:ln w="15875" cap="flat" cmpd="sng">
              <a:solidFill>
                <a:schemeClr val="bg1">
                  <a:lumMod val="50000"/>
                </a:schemeClr>
              </a:solidFill>
              <a:prstDash val="dash"/>
              <a:miter lim="800000"/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22" name="Shape 2"/>
            <p:cNvSpPr/>
            <p:nvPr/>
          </p:nvSpPr>
          <p:spPr>
            <a:xfrm>
              <a:off x="2796" y="1376"/>
              <a:ext cx="5112" cy="2232"/>
            </a:xfrm>
            <a:prstGeom prst="parallelogram">
              <a:avLst/>
            </a:prstGeom>
            <a:solidFill>
              <a:srgbClr val="DDECFB">
                <a:alpha val="50000"/>
              </a:srgbClr>
            </a:solidFill>
            <a:ln w="15240">
              <a:solidFill>
                <a:srgbClr val="6FA5E5"/>
              </a:solidFill>
              <a:prstDash val="solid"/>
            </a:ln>
          </p:spPr>
        </p:sp>
        <p:sp>
          <p:nvSpPr>
            <p:cNvPr id="123" name="Shape 9"/>
            <p:cNvSpPr/>
            <p:nvPr/>
          </p:nvSpPr>
          <p:spPr>
            <a:xfrm>
              <a:off x="3710" y="2031"/>
              <a:ext cx="346" cy="346"/>
            </a:xfrm>
            <a:prstGeom prst="ellipse">
              <a:avLst/>
            </a:prstGeom>
            <a:solidFill>
              <a:srgbClr val="6FA5E5"/>
            </a:solidFill>
            <a:ln w="11430">
              <a:solidFill>
                <a:schemeClr val="tx1">
                  <a:lumMod val="85000"/>
                  <a:lumOff val="15000"/>
                </a:schemeClr>
              </a:solidFill>
              <a:prstDash val="solid"/>
            </a:ln>
          </p:spPr>
        </p:sp>
        <p:sp>
          <p:nvSpPr>
            <p:cNvPr id="124" name="Shape 10"/>
            <p:cNvSpPr/>
            <p:nvPr/>
          </p:nvSpPr>
          <p:spPr>
            <a:xfrm>
              <a:off x="4747" y="1642"/>
              <a:ext cx="346" cy="346"/>
            </a:xfrm>
            <a:prstGeom prst="ellipse">
              <a:avLst/>
            </a:prstGeom>
            <a:solidFill>
              <a:srgbClr val="6FA5E5"/>
            </a:solidFill>
            <a:ln w="11430">
              <a:solidFill>
                <a:schemeClr val="tx1">
                  <a:lumMod val="85000"/>
                  <a:lumOff val="15000"/>
                </a:schemeClr>
              </a:solidFill>
              <a:prstDash val="solid"/>
            </a:ln>
          </p:spPr>
        </p:sp>
        <p:sp>
          <p:nvSpPr>
            <p:cNvPr id="125" name="Shape 11"/>
            <p:cNvSpPr/>
            <p:nvPr/>
          </p:nvSpPr>
          <p:spPr>
            <a:xfrm>
              <a:off x="3797" y="2866"/>
              <a:ext cx="346" cy="346"/>
            </a:xfrm>
            <a:prstGeom prst="ellipse">
              <a:avLst/>
            </a:prstGeom>
            <a:solidFill>
              <a:srgbClr val="6FA5E5"/>
            </a:solidFill>
            <a:ln w="11430">
              <a:solidFill>
                <a:schemeClr val="tx1">
                  <a:lumMod val="85000"/>
                  <a:lumOff val="15000"/>
                </a:schemeClr>
              </a:solidFill>
              <a:prstDash val="solid"/>
            </a:ln>
          </p:spPr>
        </p:sp>
        <p:sp>
          <p:nvSpPr>
            <p:cNvPr id="126" name="Shape 12"/>
            <p:cNvSpPr/>
            <p:nvPr/>
          </p:nvSpPr>
          <p:spPr>
            <a:xfrm>
              <a:off x="5150" y="2981"/>
              <a:ext cx="346" cy="346"/>
            </a:xfrm>
            <a:prstGeom prst="ellipse">
              <a:avLst/>
            </a:prstGeom>
            <a:solidFill>
              <a:schemeClr val="bg1"/>
            </a:solidFill>
            <a:ln w="22225">
              <a:solidFill>
                <a:srgbClr val="D93434"/>
              </a:solidFill>
              <a:prstDash val="solid"/>
            </a:ln>
          </p:spPr>
        </p:sp>
        <p:sp>
          <p:nvSpPr>
            <p:cNvPr id="127" name="Shape 13"/>
            <p:cNvSpPr/>
            <p:nvPr/>
          </p:nvSpPr>
          <p:spPr>
            <a:xfrm>
              <a:off x="6374" y="2290"/>
              <a:ext cx="346" cy="346"/>
            </a:xfrm>
            <a:prstGeom prst="ellipse">
              <a:avLst/>
            </a:prstGeom>
            <a:solidFill>
              <a:srgbClr val="6FA5E5"/>
            </a:solidFill>
            <a:ln w="11430">
              <a:solidFill>
                <a:schemeClr val="tx1">
                  <a:lumMod val="85000"/>
                  <a:lumOff val="15000"/>
                </a:schemeClr>
              </a:solidFill>
              <a:prstDash val="solid"/>
            </a:ln>
          </p:spPr>
        </p:sp>
        <p:cxnSp>
          <p:nvCxnSpPr>
            <p:cNvPr id="138" name="直接连接符 137"/>
            <p:cNvCxnSpPr/>
            <p:nvPr/>
          </p:nvCxnSpPr>
          <p:spPr>
            <a:xfrm>
              <a:off x="3883" y="2377"/>
              <a:ext cx="87" cy="489"/>
            </a:xfrm>
            <a:prstGeom prst="line">
              <a:avLst/>
            </a:prstGeom>
            <a:ln w="15875" cap="flat" cmpd="sng">
              <a:solidFill>
                <a:schemeClr val="tx1"/>
              </a:solidFill>
              <a:prstDash val="solid"/>
              <a:miter lim="800000"/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39" name="直接连接符 138"/>
            <p:cNvCxnSpPr/>
            <p:nvPr/>
          </p:nvCxnSpPr>
          <p:spPr>
            <a:xfrm flipH="1">
              <a:off x="4006" y="1815"/>
              <a:ext cx="741" cy="267"/>
            </a:xfrm>
            <a:prstGeom prst="line">
              <a:avLst/>
            </a:prstGeom>
            <a:ln w="15875" cap="flat" cmpd="sng">
              <a:solidFill>
                <a:schemeClr val="tx1"/>
              </a:solidFill>
              <a:prstDash val="solid"/>
              <a:miter lim="800000"/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40" name="直接连接符 139"/>
            <p:cNvCxnSpPr/>
            <p:nvPr/>
          </p:nvCxnSpPr>
          <p:spPr>
            <a:xfrm flipH="1" flipV="1">
              <a:off x="5093" y="1815"/>
              <a:ext cx="1332" cy="526"/>
            </a:xfrm>
            <a:prstGeom prst="line">
              <a:avLst/>
            </a:prstGeom>
            <a:ln w="15875" cap="flat" cmpd="sng">
              <a:solidFill>
                <a:schemeClr val="tx1"/>
              </a:solidFill>
              <a:prstDash val="solid"/>
              <a:miter lim="800000"/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41" name="直接连接符 140"/>
            <p:cNvCxnSpPr>
              <a:stCxn id="127" idx="3"/>
              <a:endCxn id="126" idx="7"/>
            </p:cNvCxnSpPr>
            <p:nvPr/>
          </p:nvCxnSpPr>
          <p:spPr>
            <a:xfrm flipH="1">
              <a:off x="5446" y="2586"/>
              <a:ext cx="979" cy="446"/>
            </a:xfrm>
            <a:prstGeom prst="line">
              <a:avLst/>
            </a:prstGeom>
            <a:ln w="15875" cap="flat" cmpd="sng">
              <a:solidFill>
                <a:schemeClr val="tx1"/>
              </a:solidFill>
              <a:prstDash val="solid"/>
              <a:miter lim="800000"/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42" name="直接连接符 141"/>
            <p:cNvCxnSpPr>
              <a:stCxn id="124" idx="5"/>
              <a:endCxn id="126" idx="0"/>
            </p:cNvCxnSpPr>
            <p:nvPr/>
          </p:nvCxnSpPr>
          <p:spPr>
            <a:xfrm>
              <a:off x="5043" y="1938"/>
              <a:ext cx="280" cy="1043"/>
            </a:xfrm>
            <a:prstGeom prst="line">
              <a:avLst/>
            </a:prstGeom>
            <a:ln w="15875" cap="flat" cmpd="sng">
              <a:solidFill>
                <a:schemeClr val="tx1"/>
              </a:solidFill>
              <a:prstDash val="solid"/>
              <a:miter lim="800000"/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65" name="Text 14"/>
            <p:cNvSpPr/>
            <p:nvPr/>
          </p:nvSpPr>
          <p:spPr>
            <a:xfrm>
              <a:off x="6547" y="1556"/>
              <a:ext cx="908" cy="43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i="1" dirty="0">
                  <a:solidFill>
                    <a:srgbClr val="20242B"/>
                  </a:solidFill>
                  <a:latin typeface="Times New Roman" panose="02020503050405090304" charset="0"/>
                  <a:ea typeface="Arial" panose="020B0604020202090204" pitchFamily="34" charset="-122"/>
                  <a:cs typeface="Times New Roman" panose="02020503050405090304" charset="0"/>
                </a:rPr>
                <a:t>k</a:t>
              </a:r>
              <a:r>
                <a:rPr lang="en-US" sz="2000" dirty="0">
                  <a:solidFill>
                    <a:srgbClr val="20242B"/>
                  </a:solidFill>
                  <a:latin typeface="Times New Roman" panose="02020503050405090304" charset="0"/>
                  <a:ea typeface="Arial" panose="020B0604020202090204" pitchFamily="34" charset="-122"/>
                  <a:cs typeface="Times New Roman" panose="02020503050405090304" charset="0"/>
                </a:rPr>
                <a:t> = 1</a:t>
              </a:r>
              <a:endParaRPr lang="en-US" sz="2000" dirty="0">
                <a:solidFill>
                  <a:srgbClr val="20242B"/>
                </a:solidFill>
                <a:latin typeface="Times New Roman" panose="02020503050405090304" charset="0"/>
                <a:ea typeface="Arial" panose="020B0604020202090204" pitchFamily="34" charset="-122"/>
                <a:cs typeface="Times New Roman" panose="02020503050405090304" charset="0"/>
              </a:endParaRPr>
            </a:p>
          </p:txBody>
        </p:sp>
        <p:sp>
          <p:nvSpPr>
            <p:cNvPr id="169" name="Text 82"/>
            <p:cNvSpPr/>
            <p:nvPr/>
          </p:nvSpPr>
          <p:spPr>
            <a:xfrm>
              <a:off x="5733" y="2982"/>
              <a:ext cx="814" cy="34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i="1" dirty="0">
                  <a:solidFill>
                    <a:srgbClr val="20242B"/>
                  </a:solidFill>
                  <a:latin typeface="Times New Roman" panose="02020503050405090304" charset="0"/>
                  <a:ea typeface="Arial" panose="020B0604020202090204" pitchFamily="34" charset="-122"/>
                  <a:cs typeface="Times New Roman" panose="02020503050405090304" charset="0"/>
                </a:rPr>
                <a:t>i</a:t>
              </a:r>
              <a:r>
                <a:rPr lang="en-US" sz="2000" dirty="0">
                  <a:solidFill>
                    <a:srgbClr val="20242B"/>
                  </a:solidFill>
                  <a:latin typeface="Times New Roman" panose="02020503050405090304" charset="0"/>
                  <a:ea typeface="Arial" panose="020B0604020202090204" pitchFamily="34" charset="-122"/>
                  <a:cs typeface="Times New Roman" panose="02020503050405090304" charset="0"/>
                </a:rPr>
                <a:t>⁽</a:t>
              </a:r>
              <a:r>
                <a:rPr lang="en-US" sz="2000" baseline="30000" dirty="0">
                  <a:solidFill>
                    <a:srgbClr val="20242B"/>
                  </a:solidFill>
                  <a:latin typeface="Times New Roman" panose="02020503050405090304" charset="0"/>
                  <a:ea typeface="Arial" panose="020B0604020202090204" pitchFamily="34" charset="-122"/>
                  <a:cs typeface="Times New Roman" panose="02020503050405090304" charset="0"/>
                </a:rPr>
                <a:t>1</a:t>
              </a:r>
              <a:r>
                <a:rPr lang="en-US" sz="2000" dirty="0">
                  <a:solidFill>
                    <a:srgbClr val="20242B"/>
                  </a:solidFill>
                  <a:latin typeface="Times New Roman" panose="02020503050405090304" charset="0"/>
                  <a:ea typeface="Arial" panose="020B0604020202090204" pitchFamily="34" charset="-122"/>
                  <a:cs typeface="Times New Roman" panose="02020503050405090304" charset="0"/>
                </a:rPr>
                <a:t>⁾</a:t>
              </a:r>
              <a:endParaRPr lang="en-US" sz="2000" dirty="0">
                <a:latin typeface="Times New Roman" panose="02020503050405090304" charset="0"/>
                <a:cs typeface="Times New Roman" panose="02020503050405090304" charset="0"/>
              </a:endParaRPr>
            </a:p>
          </p:txBody>
        </p:sp>
        <p:sp>
          <p:nvSpPr>
            <p:cNvPr id="172" name="Text 14"/>
            <p:cNvSpPr/>
            <p:nvPr/>
          </p:nvSpPr>
          <p:spPr>
            <a:xfrm>
              <a:off x="7175" y="8115"/>
              <a:ext cx="4230" cy="51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20242B"/>
                  </a:solidFill>
                  <a:latin typeface="Times New Roman" panose="02020503050405090304" charset="0"/>
                  <a:ea typeface="Arial" panose="020B0604020202090204" pitchFamily="34" charset="-122"/>
                  <a:cs typeface="Times New Roman" panose="02020503050405090304" charset="0"/>
                </a:rPr>
                <a:t>(a) Multiplex Network</a:t>
              </a:r>
              <a:endParaRPr lang="en-US" sz="2000" b="1" dirty="0">
                <a:solidFill>
                  <a:srgbClr val="20242B"/>
                </a:solidFill>
                <a:latin typeface="Times New Roman" panose="02020503050405090304" charset="0"/>
                <a:ea typeface="Arial" panose="020B0604020202090204" pitchFamily="34" charset="-122"/>
                <a:cs typeface="Times New Roman" panose="02020503050405090304" charset="0"/>
              </a:endParaRPr>
            </a:p>
          </p:txBody>
        </p:sp>
        <p:sp>
          <p:nvSpPr>
            <p:cNvPr id="2" name="Text 82"/>
            <p:cNvSpPr/>
            <p:nvPr/>
          </p:nvSpPr>
          <p:spPr>
            <a:xfrm>
              <a:off x="14515" y="1376"/>
              <a:ext cx="814" cy="34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i="1" dirty="0">
                  <a:solidFill>
                    <a:srgbClr val="20242B"/>
                  </a:solidFill>
                  <a:latin typeface="Times New Roman" panose="02020503050405090304" charset="0"/>
                  <a:ea typeface="Arial" panose="020B0604020202090204" pitchFamily="34" charset="-122"/>
                  <a:cs typeface="Times New Roman" panose="02020503050405090304" charset="0"/>
                </a:rPr>
                <a:t>i</a:t>
              </a:r>
              <a:r>
                <a:rPr lang="en-US" sz="2000" dirty="0">
                  <a:solidFill>
                    <a:srgbClr val="20242B"/>
                  </a:solidFill>
                  <a:latin typeface="Times New Roman" panose="02020503050405090304" charset="0"/>
                  <a:ea typeface="Arial" panose="020B0604020202090204" pitchFamily="34" charset="-122"/>
                  <a:cs typeface="Times New Roman" panose="02020503050405090304" charset="0"/>
                </a:rPr>
                <a:t>⁽</a:t>
              </a:r>
              <a:r>
                <a:rPr lang="en-US" sz="2000" baseline="30000" dirty="0">
                  <a:solidFill>
                    <a:srgbClr val="20242B"/>
                  </a:solidFill>
                  <a:latin typeface="Times New Roman" panose="02020503050405090304" charset="0"/>
                  <a:ea typeface="Arial" panose="020B0604020202090204" pitchFamily="34" charset="-122"/>
                  <a:cs typeface="Times New Roman" panose="02020503050405090304" charset="0"/>
                </a:rPr>
                <a:t>1</a:t>
              </a:r>
              <a:r>
                <a:rPr lang="en-US" sz="2000" dirty="0">
                  <a:solidFill>
                    <a:srgbClr val="20242B"/>
                  </a:solidFill>
                  <a:latin typeface="Times New Roman" panose="02020503050405090304" charset="0"/>
                  <a:ea typeface="Arial" panose="020B0604020202090204" pitchFamily="34" charset="-122"/>
                  <a:cs typeface="Times New Roman" panose="02020503050405090304" charset="0"/>
                </a:rPr>
                <a:t>⁾</a:t>
              </a:r>
              <a:endParaRPr lang="en-US" sz="2000" dirty="0">
                <a:latin typeface="Times New Roman" panose="02020503050405090304" charset="0"/>
                <a:cs typeface="Times New Roman" panose="02020503050405090304" charset="0"/>
              </a:endParaRPr>
            </a:p>
          </p:txBody>
        </p:sp>
        <p:sp>
          <p:nvSpPr>
            <p:cNvPr id="3" name="Text 82"/>
            <p:cNvSpPr/>
            <p:nvPr/>
          </p:nvSpPr>
          <p:spPr>
            <a:xfrm>
              <a:off x="14515" y="5487"/>
              <a:ext cx="814" cy="34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i="1" dirty="0">
                  <a:solidFill>
                    <a:srgbClr val="20242B"/>
                  </a:solidFill>
                  <a:latin typeface="Times New Roman" panose="02020503050405090304" charset="0"/>
                  <a:ea typeface="Arial" panose="020B0604020202090204" pitchFamily="34" charset="-122"/>
                  <a:cs typeface="Times New Roman" panose="02020503050405090304" charset="0"/>
                </a:rPr>
                <a:t>i</a:t>
              </a:r>
              <a:r>
                <a:rPr lang="en-US" sz="2000" dirty="0">
                  <a:solidFill>
                    <a:srgbClr val="20242B"/>
                  </a:solidFill>
                  <a:latin typeface="Times New Roman" panose="02020503050405090304" charset="0"/>
                  <a:ea typeface="Arial" panose="020B0604020202090204" pitchFamily="34" charset="-122"/>
                  <a:cs typeface="Times New Roman" panose="02020503050405090304" charset="0"/>
                </a:rPr>
                <a:t>⁽</a:t>
              </a:r>
              <a:r>
                <a:rPr lang="en-US" sz="2000" baseline="30000" dirty="0">
                  <a:solidFill>
                    <a:srgbClr val="20242B"/>
                  </a:solidFill>
                  <a:latin typeface="Times New Roman" panose="02020503050405090304" charset="0"/>
                  <a:ea typeface="Arial" panose="020B0604020202090204" pitchFamily="34" charset="-122"/>
                  <a:cs typeface="Times New Roman" panose="02020503050405090304" charset="0"/>
                </a:rPr>
                <a:t>1</a:t>
              </a:r>
              <a:r>
                <a:rPr lang="en-US" sz="2000" dirty="0">
                  <a:solidFill>
                    <a:srgbClr val="20242B"/>
                  </a:solidFill>
                  <a:latin typeface="Times New Roman" panose="02020503050405090304" charset="0"/>
                  <a:ea typeface="Arial" panose="020B0604020202090204" pitchFamily="34" charset="-122"/>
                  <a:cs typeface="Times New Roman" panose="02020503050405090304" charset="0"/>
                </a:rPr>
                <a:t>⁾</a:t>
              </a:r>
              <a:endParaRPr lang="en-US" sz="2000" dirty="0">
                <a:latin typeface="Times New Roman" panose="02020503050405090304" charset="0"/>
                <a:cs typeface="Times New Roman" panose="02020503050405090304" charset="0"/>
              </a:endParaRPr>
            </a:p>
          </p:txBody>
        </p:sp>
        <p:sp>
          <p:nvSpPr>
            <p:cNvPr id="5" name="Text 82"/>
            <p:cNvSpPr/>
            <p:nvPr/>
          </p:nvSpPr>
          <p:spPr>
            <a:xfrm>
              <a:off x="16431" y="7157"/>
              <a:ext cx="848" cy="34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i="1" dirty="0">
                  <a:solidFill>
                    <a:srgbClr val="20242B"/>
                  </a:solidFill>
                  <a:latin typeface="Times New Roman" panose="02020503050405090304" charset="0"/>
                  <a:ea typeface="Arial" panose="020B0604020202090204" pitchFamily="34" charset="-122"/>
                  <a:cs typeface="Times New Roman" panose="02020503050405090304" charset="0"/>
                </a:rPr>
                <a:t>i</a:t>
              </a:r>
              <a:r>
                <a:rPr lang="en-US" sz="2000" dirty="0">
                  <a:solidFill>
                    <a:srgbClr val="20242B"/>
                  </a:solidFill>
                  <a:latin typeface="Times New Roman" panose="02020503050405090304" charset="0"/>
                  <a:ea typeface="Arial" panose="020B0604020202090204" pitchFamily="34" charset="-122"/>
                  <a:cs typeface="Times New Roman" panose="02020503050405090304" charset="0"/>
                </a:rPr>
                <a:t>⁽</a:t>
              </a:r>
              <a:r>
                <a:rPr lang="en-US" sz="2000" baseline="30000" dirty="0">
                  <a:solidFill>
                    <a:srgbClr val="20242B"/>
                  </a:solidFill>
                  <a:latin typeface="Times New Roman" panose="02020503050405090304" charset="0"/>
                  <a:ea typeface="Arial" panose="020B0604020202090204" pitchFamily="34" charset="-122"/>
                  <a:cs typeface="Times New Roman" panose="02020503050405090304" charset="0"/>
                </a:rPr>
                <a:t>2</a:t>
              </a:r>
              <a:r>
                <a:rPr lang="en-US" sz="2000" dirty="0">
                  <a:solidFill>
                    <a:srgbClr val="20242B"/>
                  </a:solidFill>
                  <a:latin typeface="Times New Roman" panose="02020503050405090304" charset="0"/>
                  <a:ea typeface="Arial" panose="020B0604020202090204" pitchFamily="34" charset="-122"/>
                  <a:cs typeface="Times New Roman" panose="02020503050405090304" charset="0"/>
                </a:rPr>
                <a:t>⁾</a:t>
              </a:r>
              <a:endParaRPr lang="en-US" sz="2000" dirty="0">
                <a:solidFill>
                  <a:srgbClr val="20242B"/>
                </a:solidFill>
                <a:latin typeface="Times New Roman" panose="02020503050405090304" charset="0"/>
                <a:ea typeface="Arial" panose="020B0604020202090204" pitchFamily="34" charset="-122"/>
                <a:cs typeface="Times New Roman" panose="02020503050405090304" charset="0"/>
              </a:endParaRPr>
            </a:p>
          </p:txBody>
        </p:sp>
        <p:sp>
          <p:nvSpPr>
            <p:cNvPr id="6" name="Text 82"/>
            <p:cNvSpPr/>
            <p:nvPr/>
          </p:nvSpPr>
          <p:spPr>
            <a:xfrm>
              <a:off x="16431" y="3161"/>
              <a:ext cx="848" cy="34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i="1" dirty="0">
                  <a:solidFill>
                    <a:srgbClr val="20242B"/>
                  </a:solidFill>
                  <a:latin typeface="Times New Roman" panose="02020503050405090304" charset="0"/>
                  <a:ea typeface="Arial" panose="020B0604020202090204" pitchFamily="34" charset="-122"/>
                  <a:cs typeface="Times New Roman" panose="02020503050405090304" charset="0"/>
                </a:rPr>
                <a:t>i</a:t>
              </a:r>
              <a:r>
                <a:rPr lang="en-US" sz="2000" dirty="0">
                  <a:solidFill>
                    <a:srgbClr val="20242B"/>
                  </a:solidFill>
                  <a:latin typeface="Times New Roman" panose="02020503050405090304" charset="0"/>
                  <a:ea typeface="Arial" panose="020B0604020202090204" pitchFamily="34" charset="-122"/>
                  <a:cs typeface="Times New Roman" panose="02020503050405090304" charset="0"/>
                </a:rPr>
                <a:t>⁽</a:t>
              </a:r>
              <a:r>
                <a:rPr lang="en-US" sz="2000" baseline="30000" dirty="0">
                  <a:solidFill>
                    <a:srgbClr val="20242B"/>
                  </a:solidFill>
                  <a:latin typeface="Times New Roman" panose="02020503050405090304" charset="0"/>
                  <a:ea typeface="Arial" panose="020B0604020202090204" pitchFamily="34" charset="-122"/>
                  <a:cs typeface="Times New Roman" panose="02020503050405090304" charset="0"/>
                </a:rPr>
                <a:t>2</a:t>
              </a:r>
              <a:r>
                <a:rPr lang="en-US" sz="2000" dirty="0">
                  <a:solidFill>
                    <a:srgbClr val="20242B"/>
                  </a:solidFill>
                  <a:latin typeface="Times New Roman" panose="02020503050405090304" charset="0"/>
                  <a:ea typeface="Arial" panose="020B0604020202090204" pitchFamily="34" charset="-122"/>
                  <a:cs typeface="Times New Roman" panose="02020503050405090304" charset="0"/>
                </a:rPr>
                <a:t>⁾</a:t>
              </a:r>
              <a:endParaRPr lang="en-US" sz="2000" dirty="0">
                <a:solidFill>
                  <a:srgbClr val="20242B"/>
                </a:solidFill>
                <a:latin typeface="Times New Roman" panose="02020503050405090304" charset="0"/>
                <a:ea typeface="Arial" panose="020B0604020202090204" pitchFamily="34" charset="-122"/>
                <a:cs typeface="Times New Roman" panose="02020503050405090304" charset="0"/>
              </a:endParaRPr>
            </a:p>
          </p:txBody>
        </p:sp>
        <p:sp>
          <p:nvSpPr>
            <p:cNvPr id="7" name="Text 82"/>
            <p:cNvSpPr/>
            <p:nvPr/>
          </p:nvSpPr>
          <p:spPr>
            <a:xfrm>
              <a:off x="13558" y="7193"/>
              <a:ext cx="770" cy="34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i="1" dirty="0">
                  <a:solidFill>
                    <a:srgbClr val="20242B"/>
                  </a:solidFill>
                  <a:latin typeface="Times New Roman" panose="02020503050405090304" charset="0"/>
                  <a:ea typeface="Arial" panose="020B0604020202090204" pitchFamily="34" charset="-122"/>
                  <a:cs typeface="Times New Roman" panose="02020503050405090304" charset="0"/>
                </a:rPr>
                <a:t>i</a:t>
              </a:r>
              <a:r>
                <a:rPr lang="en-US" sz="2000" dirty="0">
                  <a:solidFill>
                    <a:srgbClr val="20242B"/>
                  </a:solidFill>
                  <a:latin typeface="Times New Roman" panose="02020503050405090304" charset="0"/>
                  <a:ea typeface="Arial" panose="020B0604020202090204" pitchFamily="34" charset="-122"/>
                  <a:cs typeface="Times New Roman" panose="02020503050405090304" charset="0"/>
                </a:rPr>
                <a:t>⁽</a:t>
              </a:r>
              <a:r>
                <a:rPr lang="en-US" sz="2000" baseline="30000" dirty="0">
                  <a:solidFill>
                    <a:srgbClr val="20242B"/>
                  </a:solidFill>
                  <a:latin typeface="Times New Roman" panose="02020503050405090304" charset="0"/>
                  <a:ea typeface="Arial" panose="020B0604020202090204" pitchFamily="34" charset="-122"/>
                  <a:cs typeface="Times New Roman" panose="02020503050405090304" charset="0"/>
                </a:rPr>
                <a:t>3</a:t>
              </a:r>
              <a:r>
                <a:rPr lang="en-US" sz="2000" dirty="0">
                  <a:solidFill>
                    <a:srgbClr val="20242B"/>
                  </a:solidFill>
                  <a:latin typeface="Times New Roman" panose="02020503050405090304" charset="0"/>
                  <a:ea typeface="Arial" panose="020B0604020202090204" pitchFamily="34" charset="-122"/>
                  <a:cs typeface="Times New Roman" panose="02020503050405090304" charset="0"/>
                </a:rPr>
                <a:t>⁾</a:t>
              </a:r>
              <a:endParaRPr lang="en-US" sz="2000" dirty="0">
                <a:latin typeface="Times New Roman" panose="02020503050405090304" charset="0"/>
                <a:cs typeface="Times New Roman" panose="02020503050405090304" charset="0"/>
              </a:endParaRPr>
            </a:p>
          </p:txBody>
        </p:sp>
        <p:sp>
          <p:nvSpPr>
            <p:cNvPr id="8" name="Text 82"/>
            <p:cNvSpPr/>
            <p:nvPr/>
          </p:nvSpPr>
          <p:spPr>
            <a:xfrm>
              <a:off x="13558" y="3162"/>
              <a:ext cx="770" cy="34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i="1" dirty="0">
                  <a:solidFill>
                    <a:srgbClr val="20242B"/>
                  </a:solidFill>
                  <a:latin typeface="Times New Roman" panose="02020503050405090304" charset="0"/>
                  <a:ea typeface="Arial" panose="020B0604020202090204" pitchFamily="34" charset="-122"/>
                  <a:cs typeface="Times New Roman" panose="02020503050405090304" charset="0"/>
                </a:rPr>
                <a:t>i</a:t>
              </a:r>
              <a:r>
                <a:rPr lang="en-US" sz="2000" dirty="0">
                  <a:solidFill>
                    <a:srgbClr val="20242B"/>
                  </a:solidFill>
                  <a:latin typeface="Times New Roman" panose="02020503050405090304" charset="0"/>
                  <a:ea typeface="Arial" panose="020B0604020202090204" pitchFamily="34" charset="-122"/>
                  <a:cs typeface="Times New Roman" panose="02020503050405090304" charset="0"/>
                </a:rPr>
                <a:t>⁽</a:t>
              </a:r>
              <a:r>
                <a:rPr lang="en-US" sz="2000" baseline="30000" dirty="0">
                  <a:solidFill>
                    <a:srgbClr val="20242B"/>
                  </a:solidFill>
                  <a:latin typeface="Times New Roman" panose="02020503050405090304" charset="0"/>
                  <a:ea typeface="Arial" panose="020B0604020202090204" pitchFamily="34" charset="-122"/>
                  <a:cs typeface="Times New Roman" panose="02020503050405090304" charset="0"/>
                </a:rPr>
                <a:t>3</a:t>
              </a:r>
              <a:r>
                <a:rPr lang="en-US" sz="2000" dirty="0">
                  <a:solidFill>
                    <a:srgbClr val="20242B"/>
                  </a:solidFill>
                  <a:latin typeface="Times New Roman" panose="02020503050405090304" charset="0"/>
                  <a:ea typeface="Arial" panose="020B0604020202090204" pitchFamily="34" charset="-122"/>
                  <a:cs typeface="Times New Roman" panose="02020503050405090304" charset="0"/>
                </a:rPr>
                <a:t>⁾</a:t>
              </a:r>
              <a:endParaRPr lang="en-US" sz="2000" dirty="0">
                <a:latin typeface="Times New Roman" panose="02020503050405090304" charset="0"/>
                <a:cs typeface="Times New Roman" panose="02020503050405090304" charset="0"/>
              </a:endParaRPr>
            </a:p>
          </p:txBody>
        </p:sp>
      </p:grpSp>
      <p:grpSp>
        <p:nvGrpSpPr>
          <p:cNvPr id="196" name="组合 195"/>
          <p:cNvGrpSpPr/>
          <p:nvPr/>
        </p:nvGrpSpPr>
        <p:grpSpPr>
          <a:xfrm>
            <a:off x="8910638" y="1016000"/>
            <a:ext cx="1473835" cy="1174750"/>
            <a:chOff x="13150" y="1600"/>
            <a:chExt cx="2321" cy="1850"/>
          </a:xfrm>
        </p:grpSpPr>
        <p:sp>
          <p:nvSpPr>
            <p:cNvPr id="175" name="Shape 13"/>
            <p:cNvSpPr/>
            <p:nvPr/>
          </p:nvSpPr>
          <p:spPr>
            <a:xfrm>
              <a:off x="15125" y="3081"/>
              <a:ext cx="346" cy="346"/>
            </a:xfrm>
            <a:prstGeom prst="ellipse">
              <a:avLst/>
            </a:prstGeom>
            <a:solidFill>
              <a:srgbClr val="69B66D"/>
            </a:solidFill>
            <a:ln w="11430">
              <a:solidFill>
                <a:schemeClr val="tx1">
                  <a:lumMod val="85000"/>
                  <a:lumOff val="15000"/>
                </a:schemeClr>
              </a:solidFill>
              <a:prstDash val="solid"/>
            </a:ln>
          </p:spPr>
        </p:sp>
        <p:cxnSp>
          <p:nvCxnSpPr>
            <p:cNvPr id="176" name="直接连接符 175"/>
            <p:cNvCxnSpPr>
              <a:stCxn id="177" idx="5"/>
              <a:endCxn id="175" idx="1"/>
            </p:cNvCxnSpPr>
            <p:nvPr/>
          </p:nvCxnSpPr>
          <p:spPr>
            <a:xfrm>
              <a:off x="14395" y="1895"/>
              <a:ext cx="781" cy="1237"/>
            </a:xfrm>
            <a:prstGeom prst="line">
              <a:avLst/>
            </a:prstGeom>
            <a:ln w="12700" cap="flat" cmpd="sng">
              <a:solidFill>
                <a:srgbClr val="D93434"/>
              </a:solidFill>
              <a:prstDash val="solid"/>
              <a:miter lim="800000"/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77" name="Shape 13"/>
            <p:cNvSpPr/>
            <p:nvPr/>
          </p:nvSpPr>
          <p:spPr>
            <a:xfrm>
              <a:off x="14100" y="1600"/>
              <a:ext cx="346" cy="346"/>
            </a:xfrm>
            <a:prstGeom prst="ellipse">
              <a:avLst/>
            </a:prstGeom>
            <a:solidFill>
              <a:srgbClr val="6FA5E5"/>
            </a:solidFill>
            <a:ln w="11430">
              <a:solidFill>
                <a:schemeClr val="tx1">
                  <a:lumMod val="85000"/>
                  <a:lumOff val="15000"/>
                </a:schemeClr>
              </a:solidFill>
              <a:prstDash val="solid"/>
            </a:ln>
          </p:spPr>
        </p:sp>
        <p:sp>
          <p:nvSpPr>
            <p:cNvPr id="178" name="Shape 13"/>
            <p:cNvSpPr/>
            <p:nvPr/>
          </p:nvSpPr>
          <p:spPr>
            <a:xfrm>
              <a:off x="13150" y="3104"/>
              <a:ext cx="346" cy="346"/>
            </a:xfrm>
            <a:prstGeom prst="ellipse">
              <a:avLst/>
            </a:prstGeom>
            <a:solidFill>
              <a:srgbClr val="F0A64A"/>
            </a:solidFill>
            <a:ln w="11430">
              <a:solidFill>
                <a:schemeClr val="tx1">
                  <a:lumMod val="85000"/>
                  <a:lumOff val="15000"/>
                </a:schemeClr>
              </a:solidFill>
              <a:prstDash val="solid"/>
            </a:ln>
          </p:spPr>
        </p:sp>
        <p:cxnSp>
          <p:nvCxnSpPr>
            <p:cNvPr id="179" name="直接连接符 178"/>
            <p:cNvCxnSpPr>
              <a:stCxn id="177" idx="3"/>
              <a:endCxn id="178" idx="7"/>
            </p:cNvCxnSpPr>
            <p:nvPr/>
          </p:nvCxnSpPr>
          <p:spPr>
            <a:xfrm flipH="1">
              <a:off x="13445" y="1895"/>
              <a:ext cx="706" cy="1260"/>
            </a:xfrm>
            <a:prstGeom prst="line">
              <a:avLst/>
            </a:prstGeom>
            <a:ln w="12700" cap="flat" cmpd="sng">
              <a:solidFill>
                <a:srgbClr val="D93434"/>
              </a:solidFill>
              <a:prstDash val="solid"/>
              <a:miter lim="800000"/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80" name="直接连接符 179"/>
            <p:cNvCxnSpPr>
              <a:stCxn id="175" idx="2"/>
              <a:endCxn id="178" idx="6"/>
            </p:cNvCxnSpPr>
            <p:nvPr/>
          </p:nvCxnSpPr>
          <p:spPr>
            <a:xfrm flipH="1">
              <a:off x="13496" y="3254"/>
              <a:ext cx="1629" cy="23"/>
            </a:xfrm>
            <a:prstGeom prst="line">
              <a:avLst/>
            </a:prstGeom>
            <a:ln w="12700" cap="flat" cmpd="sng">
              <a:solidFill>
                <a:srgbClr val="D93434"/>
              </a:solidFill>
              <a:prstDash val="solid"/>
              <a:miter lim="800000"/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181" name="Text 14"/>
          <p:cNvSpPr/>
          <p:nvPr/>
        </p:nvSpPr>
        <p:spPr>
          <a:xfrm>
            <a:off x="7845743" y="2374265"/>
            <a:ext cx="3603625" cy="3276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0242B"/>
                </a:solidFill>
                <a:latin typeface="Times New Roman" panose="02020503050405090304" charset="0"/>
                <a:ea typeface="Arial" panose="020B0604020202090204" pitchFamily="34" charset="-122"/>
                <a:cs typeface="Times New Roman" panose="02020503050405090304" charset="0"/>
              </a:rPr>
              <a:t>(b) complete inter-layer topology</a:t>
            </a:r>
            <a:endParaRPr lang="en-US" b="1" dirty="0">
              <a:solidFill>
                <a:srgbClr val="20242B"/>
              </a:solidFill>
              <a:latin typeface="Times New Roman" panose="02020503050405090304" charset="0"/>
              <a:ea typeface="Arial" panose="020B0604020202090204" pitchFamily="34" charset="-122"/>
              <a:cs typeface="Times New Roman" panose="02020503050405090304" charset="0"/>
            </a:endParaRPr>
          </a:p>
        </p:txBody>
      </p:sp>
      <p:grpSp>
        <p:nvGrpSpPr>
          <p:cNvPr id="195" name="组合 194"/>
          <p:cNvGrpSpPr/>
          <p:nvPr/>
        </p:nvGrpSpPr>
        <p:grpSpPr>
          <a:xfrm>
            <a:off x="8910638" y="3572510"/>
            <a:ext cx="1473835" cy="1174750"/>
            <a:chOff x="13151" y="5626"/>
            <a:chExt cx="2321" cy="1850"/>
          </a:xfrm>
        </p:grpSpPr>
        <p:sp>
          <p:nvSpPr>
            <p:cNvPr id="182" name="Shape 13"/>
            <p:cNvSpPr/>
            <p:nvPr/>
          </p:nvSpPr>
          <p:spPr>
            <a:xfrm>
              <a:off x="15126" y="7107"/>
              <a:ext cx="346" cy="346"/>
            </a:xfrm>
            <a:prstGeom prst="ellipse">
              <a:avLst/>
            </a:prstGeom>
            <a:solidFill>
              <a:srgbClr val="69B66D"/>
            </a:solidFill>
            <a:ln w="11430">
              <a:solidFill>
                <a:schemeClr val="tx1">
                  <a:lumMod val="85000"/>
                  <a:lumOff val="15000"/>
                </a:schemeClr>
              </a:solidFill>
              <a:prstDash val="solid"/>
            </a:ln>
          </p:spPr>
        </p:sp>
        <p:sp>
          <p:nvSpPr>
            <p:cNvPr id="184" name="Shape 13"/>
            <p:cNvSpPr/>
            <p:nvPr/>
          </p:nvSpPr>
          <p:spPr>
            <a:xfrm>
              <a:off x="14101" y="5626"/>
              <a:ext cx="346" cy="346"/>
            </a:xfrm>
            <a:prstGeom prst="ellipse">
              <a:avLst/>
            </a:prstGeom>
            <a:solidFill>
              <a:srgbClr val="6FA5E5"/>
            </a:solidFill>
            <a:ln w="11430">
              <a:solidFill>
                <a:schemeClr val="tx1">
                  <a:lumMod val="85000"/>
                  <a:lumOff val="15000"/>
                </a:schemeClr>
              </a:solidFill>
              <a:prstDash val="solid"/>
            </a:ln>
          </p:spPr>
        </p:sp>
        <p:sp>
          <p:nvSpPr>
            <p:cNvPr id="185" name="Shape 13"/>
            <p:cNvSpPr/>
            <p:nvPr/>
          </p:nvSpPr>
          <p:spPr>
            <a:xfrm>
              <a:off x="13151" y="7130"/>
              <a:ext cx="346" cy="346"/>
            </a:xfrm>
            <a:prstGeom prst="ellipse">
              <a:avLst/>
            </a:prstGeom>
            <a:solidFill>
              <a:srgbClr val="F0A64A"/>
            </a:solidFill>
            <a:ln w="11430">
              <a:solidFill>
                <a:schemeClr val="tx1">
                  <a:lumMod val="85000"/>
                  <a:lumOff val="15000"/>
                </a:schemeClr>
              </a:solidFill>
              <a:prstDash val="solid"/>
            </a:ln>
          </p:spPr>
        </p:sp>
        <p:cxnSp>
          <p:nvCxnSpPr>
            <p:cNvPr id="186" name="直接连接符 185"/>
            <p:cNvCxnSpPr>
              <a:stCxn id="184" idx="3"/>
              <a:endCxn id="185" idx="7"/>
            </p:cNvCxnSpPr>
            <p:nvPr/>
          </p:nvCxnSpPr>
          <p:spPr>
            <a:xfrm flipH="1">
              <a:off x="13446" y="5921"/>
              <a:ext cx="706" cy="1260"/>
            </a:xfrm>
            <a:prstGeom prst="line">
              <a:avLst/>
            </a:prstGeom>
            <a:ln w="12700" cap="flat" cmpd="sng">
              <a:solidFill>
                <a:srgbClr val="D93434"/>
              </a:solidFill>
              <a:prstDash val="solid"/>
              <a:miter lim="800000"/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87" name="直接连接符 186"/>
            <p:cNvCxnSpPr>
              <a:stCxn id="182" idx="2"/>
              <a:endCxn id="185" idx="6"/>
            </p:cNvCxnSpPr>
            <p:nvPr/>
          </p:nvCxnSpPr>
          <p:spPr>
            <a:xfrm flipH="1">
              <a:off x="13497" y="7280"/>
              <a:ext cx="1629" cy="23"/>
            </a:xfrm>
            <a:prstGeom prst="line">
              <a:avLst/>
            </a:prstGeom>
            <a:ln w="12700" cap="flat" cmpd="sng">
              <a:solidFill>
                <a:srgbClr val="D93434"/>
              </a:solidFill>
              <a:prstDash val="solid"/>
              <a:miter lim="800000"/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194" name="Text 14"/>
          <p:cNvSpPr/>
          <p:nvPr/>
        </p:nvSpPr>
        <p:spPr>
          <a:xfrm>
            <a:off x="7845743" y="4935220"/>
            <a:ext cx="3603625" cy="3276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0242B"/>
                </a:solidFill>
                <a:latin typeface="Times New Roman" panose="02020503050405090304" charset="0"/>
                <a:ea typeface="Arial" panose="020B0604020202090204" pitchFamily="34" charset="-122"/>
                <a:cs typeface="Times New Roman" panose="02020503050405090304" charset="0"/>
              </a:rPr>
              <a:t>(c) path-type inter-layer topology</a:t>
            </a:r>
            <a:endParaRPr lang="en-US" b="1" dirty="0">
              <a:solidFill>
                <a:srgbClr val="20242B"/>
              </a:solidFill>
              <a:latin typeface="Times New Roman" panose="02020503050405090304" charset="0"/>
              <a:ea typeface="Arial" panose="020B0604020202090204" pitchFamily="34" charset="-122"/>
              <a:cs typeface="Times New Roman" panose="020205030504050903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downloa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905"/>
            <a:ext cx="12192000" cy="685355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142</Words>
  <Application>WPS 演示</Application>
  <PresentationFormat>On-screen Show (16:9)</PresentationFormat>
  <Paragraphs>36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23" baseType="lpstr">
      <vt:lpstr>Arial</vt:lpstr>
      <vt:lpstr>宋体</vt:lpstr>
      <vt:lpstr>Wingdings</vt:lpstr>
      <vt:lpstr>Arial</vt:lpstr>
      <vt:lpstr>Arial</vt:lpstr>
      <vt:lpstr>Cambria Math</vt:lpstr>
      <vt:lpstr>Kingsoft Math</vt:lpstr>
      <vt:lpstr>Cambria Math</vt:lpstr>
      <vt:lpstr>Cambria Math</vt:lpstr>
      <vt:lpstr>Arial Unicode MS</vt:lpstr>
      <vt:lpstr>微软雅黑</vt:lpstr>
      <vt:lpstr>方正雅意黑 GB18030L2</vt:lpstr>
      <vt:lpstr>Calibri</vt:lpstr>
      <vt:lpstr>Helvetica Neue</vt:lpstr>
      <vt:lpstr>汉仪书宋二KW</vt:lpstr>
      <vt:lpstr>等线</vt:lpstr>
      <vt:lpstr>汉仪中等线KW</vt:lpstr>
      <vt:lpstr>宋体</vt:lpstr>
      <vt:lpstr>PingFang SC</vt:lpstr>
      <vt:lpstr>Times New Roman</vt:lpstr>
      <vt:lpstr>Office Theme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Multiplex network architecture</dc:title>
  <dc:creator>OpenAI</dc:creator>
  <dc:subject>Editable multiplex network schematic</dc:subject>
  <cp:lastModifiedBy>戴海峰</cp:lastModifiedBy>
  <cp:revision>41</cp:revision>
  <dcterms:created xsi:type="dcterms:W3CDTF">2026-09-26T15:07:14Z</dcterms:created>
  <dcterms:modified xsi:type="dcterms:W3CDTF">2026-09-26T15:07:14Z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757052CCE0443D1A520AB56A470BCD8C_42</vt:lpwstr>
  </property>
  <property fmtid="{D5CDD505-2E9C-101B-9397-08002B2CF9AE}" pid="3" name="KSOProductBuildVer">
    <vt:lpwstr>2052-12.1.29166.29166</vt:lpwstr>
  </property>
</Properties>
</file>